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DA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30" d="100"/>
          <a:sy n="30" d="100"/>
        </p:scale>
        <p:origin x="2702" y="10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45ABE0-372A-2CEA-AA60-EEFA97EEC0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27D21C0-D94B-BD56-1D20-DE48A8DAD7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54811D-DE82-F229-D33A-EC3309780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8492A-DD4E-4257-944C-36F2B99FC7E4}" type="datetimeFigureOut">
              <a:rPr lang="es-AR" smtClean="0"/>
              <a:t>4/2/2026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6C45001-73AA-859C-A44F-75DC79C8A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FC9B971-832E-F70A-A955-16EA8720C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7258B-218C-463B-9393-EF22EBDA7A0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67830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1A8F2A-44C5-B987-20B0-0132A530E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94FFE3-5AF6-4AC2-FEB5-9996B964A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05FE082-C69F-5065-D294-3FD888276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8492A-DD4E-4257-944C-36F2B99FC7E4}" type="datetimeFigureOut">
              <a:rPr lang="es-AR" smtClean="0"/>
              <a:t>4/2/2026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8BE884-50CF-166F-6FBF-BFB97342E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EB7BF7A-BC56-25CF-A9B0-7167D5835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7258B-218C-463B-9393-EF22EBDA7A0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06732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D42149-0DDB-067C-A030-CDD4D1041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94F3B47-422E-5B03-EA98-1F43B5E677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86518E1-0098-3F93-FF57-218CE838F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8492A-DD4E-4257-944C-36F2B99FC7E4}" type="datetimeFigureOut">
              <a:rPr lang="es-AR" smtClean="0"/>
              <a:t>4/2/2026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2467CC-145D-2EF1-8F2F-BA2C2B0CE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B55E83-55AA-CA08-64A7-82DD47C8C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7258B-218C-463B-9393-EF22EBDA7A0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59143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339BBE-A4F4-D0C4-D7B8-357B72EB4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FF53E5-98FD-7B7D-DA9F-695CA146AA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5F9A736-3DCE-A2A3-0B99-22C287F27B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B1EF356-7E1E-02CA-BA53-0825A7269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8492A-DD4E-4257-944C-36F2B99FC7E4}" type="datetimeFigureOut">
              <a:rPr lang="es-AR" smtClean="0"/>
              <a:t>4/2/2026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B8D7246-1248-4559-54F6-1C801D809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0B55556-C13B-3AD9-C46E-038819A2F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7258B-218C-463B-9393-EF22EBDA7A0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26930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6B1A3D-6935-19AE-89D9-6CFA35CC0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0D28592-4AD9-F5AE-6939-19FD938CE6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A47C9E-15C7-2B6A-E0A8-137F4C1B59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510E23A-E19A-77B9-0961-F75041B1F5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34687AE-8B42-B631-C135-112566D576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021CA05-61BE-BFBB-CB17-6F89971D6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8492A-DD4E-4257-944C-36F2B99FC7E4}" type="datetimeFigureOut">
              <a:rPr lang="es-AR" smtClean="0"/>
              <a:t>4/2/2026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DC7A429-C0C5-3CB8-4CFE-54747272A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D3AAD9B-E426-881A-56C7-0C068714E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7258B-218C-463B-9393-EF22EBDA7A0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84752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1885DA-6028-21BC-8249-62856D8EF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52B316A-46AA-D4EA-3C62-A8D2ADC8A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8492A-DD4E-4257-944C-36F2B99FC7E4}" type="datetimeFigureOut">
              <a:rPr lang="es-AR" smtClean="0"/>
              <a:t>4/2/2026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E4475E3-967D-9FEF-5121-C0E4B45A4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F5D4A27-57C8-E354-5539-4B7507BC9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7258B-218C-463B-9393-EF22EBDA7A0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44167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B5F9714-21BE-C890-1A05-D83BE568E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8492A-DD4E-4257-944C-36F2B99FC7E4}" type="datetimeFigureOut">
              <a:rPr lang="es-AR" smtClean="0"/>
              <a:t>4/2/2026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369199C-F7A0-22FE-D7EE-67B7C2E78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D09BCB1-B833-5D80-2F2F-8D4B3D85D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7258B-218C-463B-9393-EF22EBDA7A0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84031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3BEAFC-C532-DDF9-EB51-3FB09C3C4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D8AE5A-9D6E-D3DD-74E3-C8923E45C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3B4A83B-7640-4EA7-4558-854B25C1CC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13DC205-9EDD-B028-C520-111DD35C5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8492A-DD4E-4257-944C-36F2B99FC7E4}" type="datetimeFigureOut">
              <a:rPr lang="es-AR" smtClean="0"/>
              <a:t>4/2/2026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EDAD561-559A-47C0-4DEF-A37511F0E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3620EE6-FB59-139D-21C6-18491874B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7258B-218C-463B-9393-EF22EBDA7A0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41737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F8ECCC-00B9-F1FA-2592-F82274629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5DB2EF1-3D3D-3948-86FB-FFAB6FAB2F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DD1A5B9-DBF9-B31F-0A8F-BDE8500D77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E3313F8-3BCD-316D-90ED-2B53FA622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8492A-DD4E-4257-944C-36F2B99FC7E4}" type="datetimeFigureOut">
              <a:rPr lang="es-AR" smtClean="0"/>
              <a:t>4/2/2026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AF892E1-ADF5-FBA5-32CE-26934EB5F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EF75DA3-2E19-B79E-879C-04250568A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7258B-218C-463B-9393-EF22EBDA7A0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11721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7F419E-E217-B09C-D029-93861170B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EEE75CB-7910-BC14-0DC1-CE1ACAC2A6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1370BC-4A46-E668-527C-6729EF8A2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8492A-DD4E-4257-944C-36F2B99FC7E4}" type="datetimeFigureOut">
              <a:rPr lang="es-AR" smtClean="0"/>
              <a:t>4/2/2026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2903BEB-C54F-68C8-179C-40B1E23F6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786F17F-2269-D3F7-AD46-343F3AEDE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7258B-218C-463B-9393-EF22EBDA7A0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52185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5A038AA-323C-F318-065D-063F18FA9C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3B62641-EC4B-F599-FF5A-BF136513C7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F43453-41D3-3072-E976-619CF31CB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8492A-DD4E-4257-944C-36F2B99FC7E4}" type="datetimeFigureOut">
              <a:rPr lang="es-AR" smtClean="0"/>
              <a:t>4/2/2026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27F57C4-FF4D-3FD8-4E6E-B9C03615F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985ACFF-19EA-DBA1-BE25-0F161EE81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7258B-218C-463B-9393-EF22EBDA7A0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86175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914E325-76CD-A5E8-9605-D6BBAB405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C155FEF-DC91-6216-B612-0F4F0BD6C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959058-4841-7013-2420-8B4B5713DE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18492A-DD4E-4257-944C-36F2B99FC7E4}" type="datetimeFigureOut">
              <a:rPr lang="es-AR" smtClean="0"/>
              <a:t>4/2/2026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6362DB3-5EC8-8C92-6245-2E8D7F7B11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7DA1163-EC41-A110-9ED0-7A07DBC233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77258B-218C-463B-9393-EF22EBDA7A0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49638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84823461-8B6E-F666-901F-D03EE37FB469}"/>
              </a:ext>
            </a:extLst>
          </p:cNvPr>
          <p:cNvSpPr/>
          <p:nvPr/>
        </p:nvSpPr>
        <p:spPr>
          <a:xfrm>
            <a:off x="838201" y="1320799"/>
            <a:ext cx="10871199" cy="3128963"/>
          </a:xfrm>
          <a:prstGeom prst="rect">
            <a:avLst/>
          </a:prstGeom>
          <a:solidFill>
            <a:schemeClr val="bg1"/>
          </a:solidFill>
          <a:ln w="76200">
            <a:solidFill>
              <a:srgbClr val="DADA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0FDD84F-FE87-BCD6-372E-195D02615B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82" t="25385" r="18960" b="29008"/>
          <a:stretch>
            <a:fillRect/>
          </a:stretch>
        </p:blipFill>
        <p:spPr>
          <a:xfrm>
            <a:off x="1066800" y="1422400"/>
            <a:ext cx="5867400" cy="2874962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59518B72-2587-D723-1AA8-5F888BEDC578}"/>
              </a:ext>
            </a:extLst>
          </p:cNvPr>
          <p:cNvSpPr txBox="1"/>
          <p:nvPr/>
        </p:nvSpPr>
        <p:spPr>
          <a:xfrm>
            <a:off x="6934200" y="2286000"/>
            <a:ext cx="441959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3600" b="1" dirty="0"/>
              <a:t>CENTRO DE ALISADO</a:t>
            </a:r>
          </a:p>
          <a:p>
            <a:pPr algn="ctr"/>
            <a:endParaRPr lang="es-AR" sz="3600" b="1" dirty="0"/>
          </a:p>
          <a:p>
            <a:pPr algn="ctr"/>
            <a:r>
              <a:rPr lang="es-AR" sz="2800" b="1"/>
              <a:t>@LACIOSFOREVER</a:t>
            </a:r>
            <a:r>
              <a:rPr lang="es-AR" sz="2800" b="1" dirty="0"/>
              <a:t>.SALTA</a:t>
            </a:r>
          </a:p>
        </p:txBody>
      </p:sp>
    </p:spTree>
    <p:extLst>
      <p:ext uri="{BB962C8B-B14F-4D97-AF65-F5344CB8AC3E}">
        <p14:creationId xmlns:p14="http://schemas.microsoft.com/office/powerpoint/2010/main" val="259922585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Microsoft Office PowerPoint</Application>
  <PresentationFormat>Panorámica</PresentationFormat>
  <Paragraphs>3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Ines Bocanera</dc:creator>
  <cp:lastModifiedBy>Ines Bocanera</cp:lastModifiedBy>
  <cp:revision>1</cp:revision>
  <dcterms:created xsi:type="dcterms:W3CDTF">2026-02-04T12:14:23Z</dcterms:created>
  <dcterms:modified xsi:type="dcterms:W3CDTF">2026-02-04T12:14:37Z</dcterms:modified>
</cp:coreProperties>
</file>